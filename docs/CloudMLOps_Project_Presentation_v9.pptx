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Shopez-style title: team on the left, tilted phones show AWS app + Swagger. Full-size screenshots on Production Application / API slides. Demo: Interactive Demo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high-level; details come on architecture and demo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live demo slide — click buttons during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link hub if panel asks for every URL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panel. Offer to show live demo again from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asqmhsdwfs.us-east-2.awsapprunner.com" TargetMode="External"/><Relationship Id="rId4" Type="http://schemas.openxmlformats.org/officeDocument/2006/relationships/hyperlink" Target="https://p3jivcdmbf.us-east-2.awsapprunner.com/docs" TargetMode="External"/><Relationship Id="rId5" Type="http://schemas.openxmlformats.org/officeDocument/2006/relationships/hyperlink" Target="https://p3jivcdmbf.us-east-2.awsapprunner.com/health" TargetMode="External"/><Relationship Id="rId6" Type="http://schemas.openxmlformats.org/officeDocument/2006/relationships/hyperlink" Target="https://github.com/nitya200/CloudMlOps" TargetMode="External"/><Relationship Id="rId7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qmhsdwfs.us-east-2.awsapprunner.com" TargetMode="External"/><Relationship Id="rId3" Type="http://schemas.openxmlformats.org/officeDocument/2006/relationships/hyperlink" Target="https://p3jivcdmbf.us-east-2.awsapprunner.com/docs" TargetMode="External"/><Relationship Id="rId4" Type="http://schemas.openxmlformats.org/officeDocument/2006/relationships/hyperlink" Target="https://github.com/nitya200/CloudMlOps" TargetMode="External"/><Relationship Id="rId5" Type="http://schemas.openxmlformats.org/officeDocument/2006/relationships/image" Target="../media/image8.png"/><Relationship Id="rId6" Type="http://schemas.openxmlformats.org/officeDocument/2006/relationships/hyperlink" Target="https://p3jivcdmbf.us-east-2.awsapprunner.com" TargetMode="External"/><Relationship Id="rId7" Type="http://schemas.openxmlformats.org/officeDocument/2006/relationships/hyperlink" Target="https://p3jivcdmbf.us-east-2.awsapprunner.com/health" TargetMode="External"/><Relationship Id="rId8" Type="http://schemas.openxmlformats.org/officeDocument/2006/relationships/hyperlink" Target="https://p3jivcdmbf.us-east-2.awsapprunner.com/redoc" TargetMode="External"/><Relationship Id="rId9" Type="http://schemas.openxmlformats.org/officeDocument/2006/relationships/hyperlink" Target="https://cloudmlops.netlify.app" TargetMode="External"/><Relationship Id="rId10" Type="http://schemas.openxmlformats.org/officeDocument/2006/relationships/hyperlink" Target="https://cloudmlops.onrender.com" TargetMode="External"/><Relationship Id="rId11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qmhsdwfs.us-east-2.awsapprunner.com" TargetMode="Externa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5943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CLOUDMLOPS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55648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AI Document Summarization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6771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APSCHE • Team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Team members:-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56432"/>
            <a:ext cx="5669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  Nityanandh Chimmili (23P31A05K5)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  Keerthana Yarra (23P31A05J8)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  Surya (23P31A05K1)</a:t>
            </a:r>
          </a:p>
        </p:txBody>
      </p:sp>
      <p:pic>
        <p:nvPicPr>
          <p:cNvPr id="7" name="Picture 6" descr="phon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6172200" y="320040"/>
            <a:ext cx="2423160" cy="4410908"/>
          </a:xfrm>
          <a:prstGeom prst="rect">
            <a:avLst/>
          </a:prstGeom>
        </p:spPr>
      </p:pic>
      <p:pic>
        <p:nvPicPr>
          <p:cNvPr id="8" name="Picture 7" descr="phone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8366760" y="777240"/>
            <a:ext cx="2423160" cy="4410908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Smart summarization + cloud MLOps in one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171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Automated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3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Architecture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8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Live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2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Deployments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6720840" cy="493776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Upload PDF / DOCX / TXT — or paste text — get a concise summary in seconds.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Every summary is saved: search history, download, and rate quality.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Admins track usage, manage users, and approve new model versions.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Shipped with Docker, GitHub Actions, Terraform, and AWS App Runner.</a:t>
            </a:r>
          </a:p>
        </p:txBody>
      </p:sp>
      <p:pic>
        <p:nvPicPr>
          <p:cNvPr id="12" name="Picture 11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069080" cy="4069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2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Why manual reading does not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6720840" cy="493776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Reports and papers are too long to read end-to-end under time pressure.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Notes in Word or email are not searchable or shared safely.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Heavy AI models stall on free tiers and HTTP timeouts in the cloud.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Teams need one secure app: extract, summarize, store, and deploy reliably.</a:t>
            </a:r>
          </a:p>
        </p:txBody>
      </p:sp>
      <p:pic>
        <p:nvPicPr>
          <p:cNvPr id="8" name="Picture 7" descr="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069080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3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we set out to build</a:t>
            </a:r>
          </a:p>
        </p:txBody>
      </p:sp>
      <p:pic>
        <p:nvPicPr>
          <p:cNvPr id="7" name="Picture 6" descr="team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234440"/>
            <a:ext cx="2606040" cy="2606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87451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Three-tier design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React + FastAPI +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47671"/>
            <a:ext cx="91440" cy="14264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5" y="187451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Smart ingestion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PDF, DOCX, TXT with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5" y="1947671"/>
            <a:ext cx="91440" cy="14264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3" y="187451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AI engine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FLAN-T5 locally; fast extractive on AWS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3" y="1947671"/>
            <a:ext cx="91440" cy="14264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74903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User experience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Auth, history, downloads, ratings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22191"/>
            <a:ext cx="9144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4255" y="374903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Admin &amp; MLOps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Metrics + model approve / promote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5" y="3822191"/>
            <a:ext cx="9144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3" y="374903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Cloud ship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CI/CD to App Runner via 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3" y="3822191"/>
            <a:ext cx="91440" cy="14264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4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From document to deployed insight</a:t>
            </a:r>
          </a:p>
        </p:txBody>
      </p:sp>
      <p:pic>
        <p:nvPicPr>
          <p:cNvPr id="7" name="Picture 6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4434840"/>
            <a:ext cx="2697480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2148840"/>
            <a:ext cx="24231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F43F5E"/>
                </a:solidFill>
                <a:latin typeface="Segoe UI"/>
              </a:defRPr>
            </a:pPr>
            <a:r>
              <a:t>Problem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Too much text, no system</a:t>
            </a:r>
          </a:p>
        </p:txBody>
      </p:sp>
      <p:sp>
        <p:nvSpPr>
          <p:cNvPr id="9" name="Chevron 8"/>
          <p:cNvSpPr/>
          <p:nvPr/>
        </p:nvSpPr>
        <p:spPr>
          <a:xfrm>
            <a:off x="3108960" y="3063240"/>
            <a:ext cx="320040" cy="411480"/>
          </a:xfrm>
          <a:prstGeom prst="chevron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2148840"/>
            <a:ext cx="24231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Approach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Clean layers + AI factory</a:t>
            </a:r>
          </a:p>
        </p:txBody>
      </p:sp>
      <p:sp>
        <p:nvSpPr>
          <p:cNvPr id="11" name="Chevron 10"/>
          <p:cNvSpPr/>
          <p:nvPr/>
        </p:nvSpPr>
        <p:spPr>
          <a:xfrm>
            <a:off x="5833872" y="3063240"/>
            <a:ext cx="320040" cy="41148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08192" y="2148840"/>
            <a:ext cx="24231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Build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Extract, summarize, store</a:t>
            </a:r>
          </a:p>
        </p:txBody>
      </p:sp>
      <p:sp>
        <p:nvSpPr>
          <p:cNvPr id="13" name="Chevron 12"/>
          <p:cNvSpPr/>
          <p:nvPr/>
        </p:nvSpPr>
        <p:spPr>
          <a:xfrm>
            <a:off x="8558784" y="3063240"/>
            <a:ext cx="320040" cy="41148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33104" y="2148840"/>
            <a:ext cx="24231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Launch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Live AWS + 171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5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Modern stack — only what the project uses</a:t>
            </a:r>
          </a:p>
        </p:txBody>
      </p:sp>
      <p:pic>
        <p:nvPicPr>
          <p:cNvPr id="7" name="Picture 6" descr="ai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234440"/>
            <a:ext cx="288036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874519"/>
            <a:ext cx="532180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React 19, Vite, React Router, Axios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47671"/>
            <a:ext cx="91440" cy="9692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0488" y="1874519"/>
            <a:ext cx="532180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7C3AED"/>
                </a:solidFill>
                <a:latin typeface="Segoe UI"/>
              </a:defRPr>
            </a:pPr>
            <a:r>
              <a:t>Backend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Python 3.12, FastAPI, SQLAlchemy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947671"/>
            <a:ext cx="91440" cy="9692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3264408"/>
            <a:ext cx="532180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Database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PostgreSQL 16, Alembic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337560"/>
            <a:ext cx="91440" cy="9692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0488" y="3264408"/>
            <a:ext cx="532180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AI / ML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Transformers, flan-t5-small, extractive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337560"/>
            <a:ext cx="91440" cy="9692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654296"/>
            <a:ext cx="532180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Extraction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PyMuPDF, python-docx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27448"/>
            <a:ext cx="91440" cy="9692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4654296"/>
            <a:ext cx="532180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Cloud / DevOps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Docker, Actions, ECR, App Runner, Terraform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4727448"/>
            <a:ext cx="91440" cy="9692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6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How traffic flows in production</a:t>
            </a:r>
          </a:p>
        </p:txBody>
      </p:sp>
      <p:pic>
        <p:nvPicPr>
          <p:cNvPr id="7" name="Picture 6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325880"/>
            <a:ext cx="2788920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874519" y="1874519"/>
            <a:ext cx="65379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152342"/>
                </a:solidFill>
                <a:latin typeface="Segoe UI"/>
              </a:defRPr>
            </a:pPr>
            <a:r>
              <a:t>Browser /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679191"/>
            <a:ext cx="65379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152342"/>
                </a:solidFill>
                <a:latin typeface="Segoe UI"/>
              </a:defRPr>
            </a:pPr>
            <a:r>
              <a:t>React frontend - AWS App 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3483863"/>
            <a:ext cx="65379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152342"/>
                </a:solidFill>
                <a:latin typeface="Segoe UI"/>
              </a:defRPr>
            </a:pPr>
            <a:r>
              <a:t>FastAPI backend - AWS App Runner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4288536"/>
            <a:ext cx="65379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152342"/>
                </a:solidFill>
                <a:latin typeface="Segoe UI"/>
              </a:defRPr>
            </a:pPr>
            <a:r>
              <a:t>PostgreSQL (RDS) + S3 uploads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5093207"/>
            <a:ext cx="65379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152342"/>
                </a:solidFill>
                <a:latin typeface="Segoe UI"/>
              </a:defRPr>
            </a:pPr>
            <a:r>
              <a:t>CloudWatch + Secrets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325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CI/CD</a:t>
            </a:r>
            <a:br/>
            <a:br/>
            <a:r>
              <a:t>GitHub</a:t>
            </a:r>
            <a:br/>
            <a:r>
              <a:t>ECR</a:t>
            </a:r>
            <a:br/>
            <a:r>
              <a:t>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7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users and admins can do</a:t>
            </a:r>
          </a:p>
        </p:txBody>
      </p:sp>
      <p:pic>
        <p:nvPicPr>
          <p:cNvPr id="7" name="Picture 6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234440"/>
            <a:ext cx="2514600" cy="2514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87451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Authentication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JWT sessions, admin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47671"/>
            <a:ext cx="91440" cy="14264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5" y="187451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Summarization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Text + documents, 3 lengths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5" y="1947671"/>
            <a:ext cx="91440" cy="14264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3" y="187451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7C3AED"/>
                </a:solidFill>
                <a:latin typeface="Segoe UI"/>
              </a:defRPr>
            </a:pPr>
            <a:r>
              <a:t>History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Search and pagination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3" y="1947671"/>
            <a:ext cx="9144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74903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Feedback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Star ratings for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22191"/>
            <a:ext cx="91440" cy="14264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4255" y="374903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Admin dashboard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Usage and user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5" y="3822191"/>
            <a:ext cx="9144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3" y="3749039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Model lifecycle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UC-12 / UC-16 ROUGE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3" y="3822191"/>
            <a:ext cx="9144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8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Interactive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Click buttons in Slide Show (F5) to open live services</a:t>
            </a:r>
          </a:p>
        </p:txBody>
      </p:sp>
      <p:pic>
        <p:nvPicPr>
          <p:cNvPr id="7" name="Picture 6" descr="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234440"/>
            <a:ext cx="3337560" cy="3337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874519"/>
            <a:ext cx="7132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52342"/>
                </a:solidFill>
                <a:latin typeface="Segoe UI"/>
              </a:defRPr>
            </a:pPr>
            <a:r>
              <a:t>Try the app while you present: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E293B"/>
                </a:solidFill>
                <a:latin typeface="Segoe UI"/>
              </a:defRPr>
            </a:pPr>
            <a:r>
              <a:t>1. Open AWS frontend and log in</a:t>
            </a:r>
            <a:br/>
            <a:r>
              <a:t>2. Upload a sample PDF or paste text</a:t>
            </a:r>
            <a:br/>
            <a:r>
              <a:t>3. Show summary + history</a:t>
            </a:r>
            <a:br/>
            <a:r>
              <a:t>4. Optional: Swagger /docs for API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658368" y="4160520"/>
            <a:ext cx="5029200" cy="685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Launch Web App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5824728" y="4160520"/>
            <a:ext cx="5029200" cy="6858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Swagger UI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658368" y="4983480"/>
            <a:ext cx="502920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Health Check JSON</a:t>
            </a:r>
          </a:p>
        </p:txBody>
      </p:sp>
      <p:sp>
        <p:nvSpPr>
          <p:cNvPr id="12" name="Rounded Rectangle 11">
            <a:hlinkClick r:id="rId6"/>
          </p:cNvPr>
          <p:cNvSpPr/>
          <p:nvPr/>
        </p:nvSpPr>
        <p:spPr>
          <a:xfrm>
            <a:off x="5824728" y="4983480"/>
            <a:ext cx="502920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View Source on GitHub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9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Live Deployment URLs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Interactive: click any link or button (Slide Show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72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Tip: Press F5 in PowerPoint, then click highlighted links to open each service in your browser.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658368" y="1481328"/>
            <a:ext cx="3291840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AWS App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087368" y="1481328"/>
            <a:ext cx="329184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API Docs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7516368" y="1481328"/>
            <a:ext cx="329184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GitHub</a:t>
            </a:r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5074920"/>
            <a:ext cx="2423160" cy="2423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2057400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057400"/>
            <a:ext cx="10058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AWS production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12140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2"/>
              </a:rPr>
              <a:t>https://asqmhsdwfs.us-east-2.awsapprunner.com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60904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660904"/>
            <a:ext cx="10058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06624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AWS production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724912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6"/>
              </a:rPr>
              <a:t>https://p3jivcdmbf.us-east-2.awsapprunner.com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64408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264408"/>
            <a:ext cx="100584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Health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332841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7"/>
              </a:rPr>
              <a:t>https://p3jivcdmbf.us-east-2.awsapprunner.com/health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67912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67912"/>
            <a:ext cx="100584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13632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Swagger API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931920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3"/>
              </a:rPr>
              <a:t>https://p3jivcdmbf.us-east-2.awsapprunner.com/docs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471416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471416"/>
            <a:ext cx="100584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17136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ReDoc API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8728" y="4535424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8"/>
              </a:rPr>
              <a:t>https://p3jivcdmbf.us-east-2.awsapprunner.com/redoc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74920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074920"/>
            <a:ext cx="10058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Reference demo UI (Netlify)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513892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9"/>
              </a:rPr>
              <a:t>https://cloudmlops.netlify.app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678424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678424"/>
            <a:ext cx="10058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Reference demo API (Render)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8728" y="5742432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10"/>
              </a:rPr>
              <a:t>https://cloudmlops.onrender.com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6281928"/>
            <a:ext cx="8275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6281928"/>
            <a:ext cx="100584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32764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GitHub repository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8728" y="634593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4"/>
              </a:rPr>
              <a:t>https://github.com/nitya200/CloudMlOps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10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Production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AWS App Runner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10872216" cy="4709160"/>
          </a:xfrm>
          <a:prstGeom prst="roundRect">
            <a:avLst/>
          </a:prstGeom>
          <a:solidFill>
            <a:srgbClr val="0B122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aws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371600"/>
            <a:ext cx="10652760" cy="4489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016752"/>
            <a:ext cx="10872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Live CloudMLOps UI on AWS (home / login route).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11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Interactive OpenAPI on production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10872216" cy="4709160"/>
          </a:xfrm>
          <a:prstGeom prst="roundRect">
            <a:avLst/>
          </a:prstGeom>
          <a:solidFill>
            <a:srgbClr val="0B122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371600"/>
            <a:ext cx="10652760" cy="4489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016752"/>
            <a:ext cx="10872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Swagger UI served from the deployed FastAPI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12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Results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is working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Live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AWS App 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OK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DB connected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171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Tests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UC-12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Model promote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6720840" cy="493776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171 pytest cases — auth, uploads, AI paths, admin, migrations.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Production health: database connected; summarizer ready on AWS.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Terraform + GitHub Actions: repeatable deploy pipeline.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Model lifecycle: ROUGE evaluation, approve, promote (UC-12 / UC-16).</a:t>
            </a:r>
          </a:p>
        </p:txBody>
      </p:sp>
      <p:pic>
        <p:nvPicPr>
          <p:cNvPr id="12" name="Picture 11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069080" cy="4069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13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Planned improvements (not yet implemented)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720840" cy="493776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GPU App Runner or SageMaker for full FLAN-T5 at scale.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CloudWatch alarms + email/SNS when services degrade.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Richer offline benchmarks when extra compute is available.</a:t>
            </a:r>
          </a:p>
        </p:txBody>
      </p:sp>
      <p:pic>
        <p:nvPicPr>
          <p:cNvPr id="8" name="Picture 7" descr="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069080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14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 one minute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720840" cy="493776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Built a real cloud app — not just slides — with live URLs you can click.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Solved document overload with extract, summarize, store, and rate.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Proved engineering quality with tests, CI, and AWS MLOps patterns.</a:t>
            </a:r>
          </a:p>
        </p:txBody>
      </p:sp>
      <p:pic>
        <p:nvPicPr>
          <p:cNvPr id="8" name="Picture 7" descr="team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069080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15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365760"/>
            <a:ext cx="4114800" cy="411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2377440" cy="23774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11680" y="2423160"/>
            <a:ext cx="813816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2628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06B6D4"/>
                </a:solidFill>
                <a:latin typeface="Segoe UI"/>
              </a:defRPr>
            </a:pPr>
            <a:r>
              <a:t>CLOUDMLOPS  |  Nityanandh Chimmili  |  chimmilinityanandh@gmail.com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4434840" y="5349240"/>
            <a:ext cx="329184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Live Demo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